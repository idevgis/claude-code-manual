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194560"/>
            <a:ext cx="164592" cy="2286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Calibri"/>
              </a:rPr>
              <a:t>Build a Todo CLI 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0C0CC"/>
                </a:solidFill>
                <a:latin typeface="Calibri"/>
              </a:rPr>
              <a:t>Manual companion — built, run, and committed for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B61FF"/>
                </a:solidFill>
                <a:latin typeface="Calibri"/>
              </a:rPr>
              <a:t>ProjectEx · Todo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A8"/>
                </a:solidFill>
                <a:latin typeface="Calibri"/>
              </a:rPr>
              <a:t>CLAUDE-CODE-MANUAL · ProjectEx — Todo CLI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Goal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70"/>
                </a:solidFill>
                <a:latin typeface="Calibri"/>
              </a:rPr>
              <a:t>What you'll build in this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Goal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 small Todo CLI: add / list / done / rm / edit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Focus on the Claude Code workflow, not the code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See Plan Mode, Subagents, and Hooks in action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Stack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Node.js — built-ins only, zero dependencies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Test runner: node:test (ships with Node)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Storage: flat JSON file (gitignored)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Time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About 45–60 minutes for a beginner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1: Start a Claude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3 / 12</a:t>
            </a:r>
          </a:p>
        </p:txBody>
      </p:sp>
      <p:pic>
        <p:nvPicPr>
          <p:cNvPr id="7" name="Picture 6" descr="01-claude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`cd` into your project directory first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Run `claude` to start the session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auto-loads `CLAUDE.md`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Verify cwd in the welcome banner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Tip: Shift+Tab → Plan Mode for multi-file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2: Author CLAUDE.md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4 / 12</a:t>
            </a:r>
          </a:p>
        </p:txBody>
      </p:sp>
      <p:pic>
        <p:nvPicPr>
          <p:cNvPr id="7" name="Picture 6" descr="02-claude-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Ask Claude to scan the repo and draft CLAUDE.md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Capture stack, conventions, and don'ts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This file loads automatically every session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Reduces miscommunication on style and constraints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See chapter 7 — CLAUDE.md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3: Plan Mode — plan before 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5 / 12</a:t>
            </a:r>
          </a:p>
        </p:txBody>
      </p:sp>
      <p:pic>
        <p:nvPicPr>
          <p:cNvPr id="7" name="Picture 6" descr="03-plan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For multi-file changes, switch to Plan Mode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drafts a plan and waits for approval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Review scope before any file is touched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Approve with `y` to start implementing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See chapter 14 — Context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4: Implement &amp; inspect the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6 / 12</a:t>
            </a:r>
          </a:p>
        </p:txBody>
      </p:sp>
      <p:pic>
        <p:nvPicPr>
          <p:cNvPr id="7" name="Picture 6" descr="04-edit-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edits one file at a time, per the plan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Diff shown with + (green) / – (red) before write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PostToolUse hook runs `npm test` after each edit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If tests fail — fix before continuing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See chapter 10 — Hooks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5: Run all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7 / 12</a:t>
            </a:r>
          </a:p>
        </p:txBody>
      </p:sp>
      <p:pic>
        <p:nvPicPr>
          <p:cNvPr id="7" name="Picture 6" descr="05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Invoke our custom slash command `/test-all`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`allowed-tools` restricts it to `npm test` only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reports PASS/FAIL in one line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On failure: it suggests a fix without applying it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See chapter 11 — Skills / Slash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6: Subagent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8 / 12</a:t>
            </a:r>
          </a:p>
        </p:txBody>
      </p:sp>
      <p:pic>
        <p:nvPicPr>
          <p:cNvPr id="7" name="Picture 6" descr="06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Dispatch the configured `reviewer` subagent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Runs in an isolated context — main session stays clean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Tools: Read, Grep, git diff/log only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Returns LGTM / NEEDS WORK with a punch list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See chapter 12 — Subagents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Step 7: Commit through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9 / 12</a:t>
            </a:r>
          </a:p>
        </p:txBody>
      </p:sp>
      <p:pic>
        <p:nvPicPr>
          <p:cNvPr id="7" name="Picture 6" descr="07-co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7040880" cy="4180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Claude drafts the commit message from the diff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Focus on "why" over "what"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Adds Co-Authored-By: Claude…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`Bash(git commit:*)` is pre-allowed in settings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•  See chapter 15 — Git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Hooks &amp; Skills used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Hook: PostToolUse (Edit|Write)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Auto-runs `npm test` after every edit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Configured in `.claude/settings.json`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Slash command: /test-all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File: `.claude/commands/test-all.md`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`allowed-tools` restricts it to `npm test`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Subagent: reviewer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File: `.claude/agents/reviewer.md`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model: sonnet · tools: Read/Grep/git diff/git log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Permissions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allow: npm test, node *, git status/diff/log/add/commit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deny: rm -rf, git push --force, writes to todos.json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What worked well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Plan Mode reduced rework on multi-file changes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Subagent isolation kept the main context clean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Hooks made tests part of the workflow, not an afterthought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Watch out for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Don't allow `Bash(*)` — keep the allowlist narrow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Slow hooks slow every single edit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Long CLAUDE.md eats context — keep it lean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Next steps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Add `todo prio &lt;id&gt; &lt;high|low&gt;` via Plan Mode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Schedule a daily todo-review task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2228"/>
                </a:solidFill>
                <a:latin typeface="Calibri"/>
              </a:rPr>
              <a:t>Further reading — manual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66670"/>
                </a:solidFill>
                <a:latin typeface="Calibri"/>
              </a:rPr>
              <a:t>CLAUDE-CODE-MANUAL · ProjectEx — Todo CLI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6670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Directly relevant chapters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7 — CLAUDE.md (persistent project instructions)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10 — Hooks (event handlers)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11 — Skills / Slash Commands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12 — Subagents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14 — Context Management (Plan Mode)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15 — Git Integration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Going deeper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28 — Tutorial Day 2: Build a Todo App in 1 hour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30 — Cookbook (40+ recipes)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Ch 32 — Security &amp; Privacy Best Practices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7B61FF"/>
                </a:solidFill>
                <a:latin typeface="Calibri"/>
              </a:rPr>
              <a:t>This example's source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ProjectEx/todo-app — runnable code + tests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222228"/>
                </a:solidFill>
                <a:latin typeface="Calibri"/>
              </a:rPr>
              <a:t>  •  ProjectEx/claude-config — CLAUDE.md, hooks,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