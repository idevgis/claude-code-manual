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194560"/>
            <a:ext cx="164592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Calibri"/>
              </a:rPr>
              <a:t>สร้าง Todo CLI ด้วย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0C0CC"/>
                </a:solidFill>
                <a:latin typeface="Calibri"/>
              </a:rPr>
              <a:t>ตัวอย่างประกอบคู่มือ — สร้างจริง รันจริง คอมมิตจริง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B61FF"/>
                </a:solidFill>
                <a:latin typeface="Calibri"/>
              </a:rPr>
              <a:t>ProjectEx · Todo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A8"/>
                </a:solidFill>
                <a:latin typeface="Calibri"/>
              </a:rPr>
              <a:t>CLAUDE-CODE-MANUAL · ProjectEx — Todo CLI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เป้าหมายและ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70"/>
                </a:solidFill>
                <a:latin typeface="Calibri"/>
              </a:rPr>
              <a:t>สิ่งที่คุณจะได้ลงมือทำในเวิร์กช็อปนี้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เป้าหมาย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สร้าง Todo CLI ขนาดเล็ก: add / list / done / rm / edit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เน้น flow การทำงานกับ Claude Code มากกว่าตัวโค้ด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เห็น Plan Mode, Subagent, Hooks ทำงานจริง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Stack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Node.js (built-in only — ไม่มี dependencies)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Test runner: node:test (มากับ Node)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Storage: ไฟล์ JSON แบบเรียบ (gitignored)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ใช้เวลาประมาณ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45–60 นาที สำหรับมือใหม่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ขั้นที่ 1: เริ่ม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3 / 12</a:t>
            </a:r>
          </a:p>
        </p:txBody>
      </p:sp>
      <p:pic>
        <p:nvPicPr>
          <p:cNvPr id="7" name="Picture 6" descr="01-claude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เข้าโฟลเดอร์โปรเจกต์ก่อน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พิมพ์ `claude` เพื่อเปิด session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อ่าน `CLAUDE.md` อัตโนมัติ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สังเกต cwd ที่หัวกล่อง — ต้องตรงกับโปรเจกต์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Tip: Shift+Tab → Plan Mode สำหรับการเปลี่ยนหลายไฟล์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ขั้นที่ 2: เขียน CLAUDE.md ของโปรเจกต์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4 / 12</a:t>
            </a:r>
          </a:p>
        </p:txBody>
      </p:sp>
      <p:pic>
        <p:nvPicPr>
          <p:cNvPr id="7" name="Picture 6" descr="02-claude-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สั่งให้ Claude ดูโครงสร้างโค้ดแล้วร่าง CLAUDE.md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ระบุ stack, conventions, สิ่งที่ห้ามทำ (don'ts)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ไฟล์นี้จะถูกโหลดทุก session ในอนาคต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ลด miscommunication เรื่อง style และข้อกำหนด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ดูคู่มือบทที่ 7 — CLAUDE.md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ขั้นที่ 3: Plan Mode — วางแผนก่อนแก้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5 / 12</a:t>
            </a:r>
          </a:p>
        </p:txBody>
      </p:sp>
      <p:pic>
        <p:nvPicPr>
          <p:cNvPr id="7" name="Picture 6" descr="03-plan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สั่งงานที่กระทบหลายไฟล์ → ใช้ Plan Mode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ร่างแผนก่อน ไม่แตะไฟล์จนกว่าจะอนุมัติ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ตรวจสอบขอบเขต: ตรงตามที่อยากได้ไหม?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อนุมัติด้วย y → เริ่ม implement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ดูคู่มือบทที่ 14 — Context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ขั้นที่ 4: ลงมือเขียนโค้ด — ดู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6 / 12</a:t>
            </a:r>
          </a:p>
        </p:txBody>
      </p:sp>
      <p:pic>
        <p:nvPicPr>
          <p:cNvPr id="7" name="Picture 6" descr="04-edit-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แก้ทีละไฟล์ตามแผน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แสดง diff สีเขียว (+) / แดง (–) ก่อนเขียนจริง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Hook PostToolUse จะรัน `npm test` หลัง Edit แต่ละครั้ง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ถ้า test แดง → fix ก่อนไปต่อ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ดูคู่มือบทที่ 10 — Hooks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ขั้นที่ 5: รัน Test ทั้งหมด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7 / 12</a:t>
            </a:r>
          </a:p>
        </p:txBody>
      </p:sp>
      <p:pic>
        <p:nvPicPr>
          <p:cNvPr id="7" name="Picture 6" descr="05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เรียก `/test-all` — slash command ที่เราสร้างเอง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ใช้ allowed-tools จำกัดให้รันได้แค่ `npm test`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สรุปผล PASS/FAIL ในบรรทัดเดียว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ถ้าแดง: Claude ระบุสาเหตุและเสนอ fix (ไม่ apply เอง)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ดูคู่มือบทที่ 11 — Skills / Slash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ขั้นที่ 6: ใช้ Subagent ตรวจโค้ด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8 / 12</a:t>
            </a:r>
          </a:p>
        </p:txBody>
      </p:sp>
      <p:pic>
        <p:nvPicPr>
          <p:cNvPr id="7" name="Picture 6" descr="06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เรียก subagent `reviewer` ที่ config ไว้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ทำงานในบริบทแยก — ไม่เปลือง context หลัก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tools จำกัด: Read, Grep, git diff/log เท่านั้น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รายงาน LGTM / NEEDS WORK พร้อม punch list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ดูคู่มือบทที่ 12 — Subagents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ขั้นที่ 7: Commit ผ่าน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9 / 12</a:t>
            </a:r>
          </a:p>
        </p:txBody>
      </p:sp>
      <p:pic>
        <p:nvPicPr>
          <p:cNvPr id="7" name="Picture 6" descr="07-co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ร่าง commit message จาก diff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เน้น "why" มากกว่า "what"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ใช้ Co-Authored-By: Claude…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Permission allow `Bash(git commit:*)` ไว้แล้ว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ดูคู่มือบทที่ 15 — Git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Hooks &amp; Skills ที่ใช้ในตัวอย่างนี้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Hook: PostToolUse (Edit|Write)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รัน `npm test` อัตโนมัติหลังแก้ไฟล์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ตั้งใน `.claude/settings.json`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Slash Command: /test-all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ไฟล์: `.claude/commands/test-all.md`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allowed-tools จำกัดให้รันได้เฉพาะ `npm test`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Subagent: reviewer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ไฟล์: `.claude/agents/reviewer.md`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model: sonnet, tools: Read/Grep/git diff/git log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Permissions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allow: npm test, node *, git status/diff/log/add/commit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deny: rm -rf, git push --force, write todos.json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บทเรียนที่ได้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ทำอะไรได้ดี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Plan Mode ช่วยลด rework เวลาแก้หลายไฟล์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Subagent แยก context — main session ไม่รก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Hooks ทำให้ test ไหลเป็นส่วนหนึ่งของ workflow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ข้อควรระวัง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อย่า allow `Bash(*)` กว้างเกินไป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Hook ที่ช้าจะทำให้ทุกการแก้ไฟล์ช้าตาม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CLAUDE.md ที่ยาวเกินจะกิน context — เก็บแค่จำเป็น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ขั้นถัดไป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ลองเพิ่ม `todo prio &lt;id&gt; &lt;high|low&gt;` ด้วย Plan Mode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ตั้ง Scheduled Task ทบทวน todos รายวัน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อ่านต่อ — ลิงก์ไปยังคู่มือ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บทที่เกี่ยวข้องโดยตรง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7 — CLAUDE.md (คำสั่งถาวรของโปรเจกต์)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10 — Hooks (Event Handler)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11 — Skills / Slash Commands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12 — Subagents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14 — Context Management (Plan Mode)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15 — Git Integration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อ่านเพิ่ม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28 — Tutorial Day 2: สร้าง Todo App ใน 1 ชั่วโมง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30 — Cookbook (40+ Recipes)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บท 32 — Security &amp; Privacy Best Practices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ไฟล์โปรเจกต์ตัวอย่างนี้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ProjectEx/todo-app — โค้ดรันได้ + tests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ProjectEx/claude-config — CLAUDE.md, hooks,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